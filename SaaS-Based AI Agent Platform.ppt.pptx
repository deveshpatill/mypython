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2153E-7781-ECA8-0A1C-7FFC8F851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C4CB7-4572-0022-7500-07DE5F1F9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A7C6E-D9C6-2569-F6A8-95F915099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C054-A351-4087-A4F4-AD07EA7FE34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2A1CA-EA52-1EE6-5821-F11E92855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3C535-5073-11CA-FB3B-EBB4E7B8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538-3CEC-4134-86A3-24E2BEC6D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8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5C208-A9FF-1F95-107B-A1B99A72C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83356-6CD3-C114-4A1F-884A35657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41915-7B1F-BFCE-8DFB-59300C3B7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C054-A351-4087-A4F4-AD07EA7FE34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5FF87-8719-E012-08FA-1EF648E08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5EEF5-062B-91E2-E307-D6131DBE1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538-3CEC-4134-86A3-24E2BEC6D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285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AD5DF-F191-E985-ABDC-7DE207896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4410D-4BD8-3460-C922-67F70D590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84E99-D2EF-33C2-8D11-3861BDD62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C054-A351-4087-A4F4-AD07EA7FE34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A7AB4-BC52-1B6E-0637-3344DA1E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84B73-6822-E1DB-98B9-118707408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538-3CEC-4134-86A3-24E2BEC6D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215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14D66-CD8A-5049-D609-372267D4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3E37-AA17-A422-8370-C068D1C92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A00877-A051-FAA3-F84D-C3931FE9A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F09D3-CE53-E6AC-BB2B-9192A762E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C054-A351-4087-A4F4-AD07EA7FE34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0AE6F-0CBC-83A7-9291-84FCCD33A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38F0E-38A0-7985-C5E2-304205E39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538-3CEC-4134-86A3-24E2BEC6D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324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17603-DF05-047F-9AB6-1241DD9EB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22641-72D0-E0A6-E5C8-DC85DF0A6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ED2C4-8D9E-3F1C-05B3-16A0E46AE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D279E-DD84-0543-2687-DEB87F7B9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FFB82E-A229-4C68-C3BC-88BBF0631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ADC827-9DF0-14F9-6049-82820B842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C054-A351-4087-A4F4-AD07EA7FE34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55CB8C-9859-231E-C3FB-BCC0830B7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7E231-D80C-1BBC-842F-592B6479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538-3CEC-4134-86A3-24E2BEC6D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969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6A473-5BC0-296A-F7B1-6216A034D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FF428-164F-2703-EC7B-84F7324F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C054-A351-4087-A4F4-AD07EA7FE34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4D253-BE19-95F4-E4C9-84B563B61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5B3AD-D3A5-C13D-9BCC-021C0840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538-3CEC-4134-86A3-24E2BEC6D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19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CA34EE-AE18-2951-89F8-D9FAAFBCC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C054-A351-4087-A4F4-AD07EA7FE34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C8C4B1-9649-8B11-53DB-F8E86ECAE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D1F81-A4B6-C18A-4EFB-E66C37FA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538-3CEC-4134-86A3-24E2BEC6D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667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73BF6-82FB-50C4-7FC1-B842BC198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E0BC0-FD38-C467-DD0A-84E9AFF0C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F892E-0F65-69F1-57E9-F4A43A847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A6A93-5BA2-14F8-1407-5E10FFC12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C054-A351-4087-A4F4-AD07EA7FE34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708FA-5493-71C4-E7B9-B538731D9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589FC-2758-9AA5-C0BD-E4E31309E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538-3CEC-4134-86A3-24E2BEC6D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611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AF6F-679D-0256-7AE2-8BC1B02BD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4CA1D1-758F-20B9-C0CA-BEB43FD77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B5F38-705D-F030-3E0F-6BB279797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DB056-166D-8560-FE67-6DC07F870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C054-A351-4087-A4F4-AD07EA7FE34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12531-5924-270E-7C11-97D3F9B36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221B5-7C4A-D396-58D7-A4F4F45D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538-3CEC-4134-86A3-24E2BEC6D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766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8563E-E921-4A18-6B6E-E7E90044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F5A343-D6DF-52BE-0FC7-8802B9DAE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F81A6-8621-97FA-E656-7FD12531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C054-A351-4087-A4F4-AD07EA7FE34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1D35A-2452-2CAB-1ED8-CD8D5215F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A2207-6BB8-5D6B-27B7-2F1749A34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538-3CEC-4134-86A3-24E2BEC6D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45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677AEE-E996-1134-3E54-675A7BE6D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D0441-1CC7-A6D1-EA1A-26D1EF039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CB85A-419A-86CB-C497-636014E91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C054-A351-4087-A4F4-AD07EA7FE34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2A750-BA52-18DE-1BF7-C09894234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4A78E-6B18-2C93-A8C0-7C2CA9C7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538-3CEC-4134-86A3-24E2BEC6D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293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1B529A-F5E3-5F81-9C89-276683D7A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39A0F-4746-B843-0C68-FB18BF594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8DC02-15F9-2BF6-1838-BD71B8806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BC054-A351-4087-A4F4-AD07EA7FE34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76EC9-5E05-CF1F-6097-9CF709115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CBD53-3686-161B-7E8C-7EEC9A5EA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92538-3CEC-4134-86A3-24E2BEC6D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579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D2D6D-7326-27BD-C4BE-8365FDAE82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SaaS-Based AI Agent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B5B14-2E48-BA64-6897-DFEF1C79C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666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Intelligent SaaS Platform for Real-Time AI Agents, Video Communication, and Automated Insights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By </a:t>
            </a:r>
            <a:br>
              <a:rPr lang="en-IN" dirty="0"/>
            </a:br>
            <a:r>
              <a:rPr lang="en-IN" dirty="0"/>
              <a:t>Devesh Patil - (Ai) &amp; Abhishek Maurya - (CC)</a:t>
            </a:r>
          </a:p>
        </p:txBody>
      </p:sp>
      <p:pic>
        <p:nvPicPr>
          <p:cNvPr id="1034" name="Picture 10" descr="AI Agents: What they are, their impact ...">
            <a:extLst>
              <a:ext uri="{FF2B5EF4-FFF2-40B4-BE49-F238E27FC236}">
                <a16:creationId xmlns:a16="http://schemas.microsoft.com/office/drawing/2014/main" id="{B36111BD-14CB-DB61-864C-FAC545A76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2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232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D0B71-375B-B274-D911-090F0FB14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INTRODUCTION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FFFCE50-4ECB-56CF-CDE1-5571C7A45E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767" y="2359249"/>
            <a:ext cx="1126155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Rapid growth of Artificial Intelligence and cloud computing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SaaS enables software access without local installation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agents perform tasks autonomously using intelligence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Combination of SaaS + AI agents enables scalable           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</a:t>
            </a:r>
          </a:p>
        </p:txBody>
      </p:sp>
      <p:pic>
        <p:nvPicPr>
          <p:cNvPr id="2053" name="Picture 5" descr="AI Agent Replace Saas ...">
            <a:extLst>
              <a:ext uri="{FF2B5EF4-FFF2-40B4-BE49-F238E27FC236}">
                <a16:creationId xmlns:a16="http://schemas.microsoft.com/office/drawing/2014/main" id="{058E1DE6-372F-1F06-BB35-7DA7D3588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422770"/>
            <a:ext cx="9813758" cy="6266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541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DDB4-0D12-7779-75DD-447F10F7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OF THE PROBLEM / TOPIC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FCC55-7A1B-40AD-2437-08497590B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IN" sz="3200" b="1" dirty="0"/>
              <a:t>Project Analysis – Problem Description</a:t>
            </a:r>
          </a:p>
          <a:p>
            <a:pPr algn="ctr"/>
            <a:r>
              <a:rPr lang="en-IN" sz="3200" dirty="0"/>
              <a:t>Manual meetings lack intelligent analysis</a:t>
            </a:r>
          </a:p>
          <a:p>
            <a:pPr algn="ctr"/>
            <a:r>
              <a:rPr lang="en-IN" sz="3200" dirty="0"/>
              <a:t>Important discussion points are often missed</a:t>
            </a:r>
          </a:p>
          <a:p>
            <a:pPr algn="ctr"/>
            <a:r>
              <a:rPr lang="en-IN" sz="3200" dirty="0"/>
              <a:t>No automated transcript summarization</a:t>
            </a:r>
          </a:p>
          <a:p>
            <a:pPr algn="ctr"/>
            <a:r>
              <a:rPr lang="en-IN" sz="3200" dirty="0"/>
              <a:t>Existing tools lack integrated AI agents</a:t>
            </a:r>
          </a:p>
          <a:p>
            <a:pPr algn="ctr"/>
            <a:r>
              <a:rPr lang="en-IN" sz="3200" dirty="0"/>
              <a:t>Need for a smart SaaS-based AI solution</a:t>
            </a:r>
          </a:p>
          <a:p>
            <a:endParaRPr lang="en-IN" dirty="0"/>
          </a:p>
        </p:txBody>
      </p:sp>
      <p:pic>
        <p:nvPicPr>
          <p:cNvPr id="11266" name="Picture 2" descr="What Are AI Agents? A Short Intro And A Step-by-Step Guide to Build Your  Own. | by Maximilian Vogel | CodeX | Medium">
            <a:extLst>
              <a:ext uri="{FF2B5EF4-FFF2-40B4-BE49-F238E27FC236}">
                <a16:creationId xmlns:a16="http://schemas.microsoft.com/office/drawing/2014/main" id="{82D1C80D-E448-9BA8-959A-5B597F433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79" y="481263"/>
            <a:ext cx="11245516" cy="5454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2064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24D7D-4E60-6EBF-6186-44D37E9D0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 OF RESEARCH / 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5588C-196B-AEBA-8474-0D0366E20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IN" sz="3200" b="1" dirty="0"/>
              <a:t>Project Analysis – Literature Review</a:t>
            </a:r>
          </a:p>
          <a:p>
            <a:pPr algn="ctr"/>
            <a:r>
              <a:rPr lang="en-IN" sz="3200" dirty="0"/>
              <a:t>AI agents are widely used in automation</a:t>
            </a:r>
          </a:p>
          <a:p>
            <a:pPr algn="ctr"/>
            <a:r>
              <a:rPr lang="en-IN" sz="3200" dirty="0"/>
              <a:t>Large Language Models enable intelligent interaction</a:t>
            </a:r>
          </a:p>
          <a:p>
            <a:pPr algn="ctr"/>
            <a:r>
              <a:rPr lang="en-IN" sz="3200" dirty="0"/>
              <a:t>SaaS architecture ensures scalability</a:t>
            </a:r>
          </a:p>
          <a:p>
            <a:pPr algn="ctr"/>
            <a:r>
              <a:rPr lang="en-IN" sz="3200" dirty="0"/>
              <a:t>Existing tools lack full AI-driven meeting analysis</a:t>
            </a:r>
          </a:p>
          <a:p>
            <a:pPr algn="ctr"/>
            <a:r>
              <a:rPr lang="en-IN" sz="3200" dirty="0"/>
              <a:t>This project addresses usability and intelligence gaps</a:t>
            </a:r>
          </a:p>
          <a:p>
            <a:endParaRPr lang="en-IN" dirty="0"/>
          </a:p>
        </p:txBody>
      </p:sp>
      <p:pic>
        <p:nvPicPr>
          <p:cNvPr id="12290" name="Picture 2" descr="How AI Agents Reshape Teamwork: Insights from a Large Study on Human-AI  Collaboration">
            <a:extLst>
              <a:ext uri="{FF2B5EF4-FFF2-40B4-BE49-F238E27FC236}">
                <a16:creationId xmlns:a16="http://schemas.microsoft.com/office/drawing/2014/main" id="{0D0A6DDF-3CA6-C57C-71AA-08E6B7EEF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25" y="481263"/>
            <a:ext cx="11421979" cy="601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9947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B282C-C6F8-9EA6-BED3-CD5F9AF5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DESCRIPTION OF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9AA26-75F3-BD11-A075-BB7A16C85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sz="3200" b="1" dirty="0"/>
              <a:t>Project Analysis – Methodology</a:t>
            </a:r>
          </a:p>
          <a:p>
            <a:pPr algn="ctr"/>
            <a:r>
              <a:rPr lang="en-US" sz="3200" dirty="0"/>
              <a:t>Requirement analysis</a:t>
            </a:r>
          </a:p>
          <a:p>
            <a:pPr algn="ctr"/>
            <a:r>
              <a:rPr lang="en-US" sz="3200" dirty="0"/>
              <a:t>System architecture design</a:t>
            </a:r>
          </a:p>
          <a:p>
            <a:pPr algn="ctr"/>
            <a:r>
              <a:rPr lang="en-US" sz="3200" dirty="0"/>
              <a:t>Frontend and backend development</a:t>
            </a:r>
          </a:p>
          <a:p>
            <a:pPr algn="ctr"/>
            <a:r>
              <a:rPr lang="en-US" sz="3200" dirty="0"/>
              <a:t>AI agent integration</a:t>
            </a:r>
          </a:p>
          <a:p>
            <a:pPr algn="ctr"/>
            <a:r>
              <a:rPr lang="en-US" sz="3200" dirty="0"/>
              <a:t>Testing and validation</a:t>
            </a:r>
          </a:p>
          <a:p>
            <a:pPr algn="ctr"/>
            <a:r>
              <a:rPr lang="en-US" sz="3200" dirty="0"/>
              <a:t>Cloud deployment</a:t>
            </a:r>
          </a:p>
          <a:p>
            <a:endParaRPr lang="en-IN" dirty="0"/>
          </a:p>
        </p:txBody>
      </p:sp>
      <p:pic>
        <p:nvPicPr>
          <p:cNvPr id="13314" name="Picture 2" descr="How AI Agents Will Revolutionize Your ...">
            <a:extLst>
              <a:ext uri="{FF2B5EF4-FFF2-40B4-BE49-F238E27FC236}">
                <a16:creationId xmlns:a16="http://schemas.microsoft.com/office/drawing/2014/main" id="{903A6593-A6B2-592B-F72B-47B210D3B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695" y="513347"/>
            <a:ext cx="10170694" cy="5855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476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D5908-2164-2221-0E29-ED8B9D9BB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PROPOSED DESIGN / UI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6474C-0DAF-90A2-9337-7F0B0FC63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b="1" dirty="0"/>
              <a:t>Project Analysis – Proposed Design</a:t>
            </a:r>
          </a:p>
          <a:p>
            <a:pPr algn="ctr"/>
            <a:r>
              <a:rPr lang="en-US" dirty="0"/>
              <a:t>Secure login and authentication</a:t>
            </a:r>
          </a:p>
          <a:p>
            <a:pPr algn="ctr"/>
            <a:r>
              <a:rPr lang="en-US" dirty="0"/>
              <a:t>User dashboard</a:t>
            </a:r>
          </a:p>
          <a:p>
            <a:pPr algn="ctr"/>
            <a:r>
              <a:rPr lang="en-US" dirty="0"/>
              <a:t>AI-powered video meeting interface</a:t>
            </a:r>
          </a:p>
          <a:p>
            <a:pPr algn="ctr"/>
            <a:r>
              <a:rPr lang="en-US" dirty="0"/>
              <a:t>Live transcript generation</a:t>
            </a:r>
          </a:p>
          <a:p>
            <a:pPr algn="ctr"/>
            <a:r>
              <a:rPr lang="en-US" dirty="0"/>
              <a:t>AI-based meeting summaries</a:t>
            </a:r>
          </a:p>
          <a:p>
            <a:pPr algn="ctr"/>
            <a:r>
              <a:rPr lang="en-US" dirty="0"/>
              <a:t>Responsive and user-friendly UI</a:t>
            </a:r>
          </a:p>
          <a:p>
            <a:endParaRPr lang="en-IN" dirty="0"/>
          </a:p>
        </p:txBody>
      </p:sp>
      <p:pic>
        <p:nvPicPr>
          <p:cNvPr id="14338" name="Picture 2" descr="What is an AI agent and how will they ...">
            <a:extLst>
              <a:ext uri="{FF2B5EF4-FFF2-40B4-BE49-F238E27FC236}">
                <a16:creationId xmlns:a16="http://schemas.microsoft.com/office/drawing/2014/main" id="{F5AF393C-D237-3B7B-BA63-AC7FC8339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747" y="365125"/>
            <a:ext cx="9224211" cy="626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4340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22986-4A94-FFB7-A1D7-62271E202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D88D0C-3B76-2092-41A9-F78CBEE70E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9811" y="1355131"/>
            <a:ext cx="10876547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AI tools require technical expertise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centralized platforms for managing AI agents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 are costly or complex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a user-friendly SaaS AI Agent Platform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It Saves human interaction and Precious time Solving, debating, Queries with users.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Manual meetings lack intelligent insights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Difficult to analyze meetings and transcripts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 descr="The Rise of AI Agents: Transforming ...">
            <a:extLst>
              <a:ext uri="{FF2B5EF4-FFF2-40B4-BE49-F238E27FC236}">
                <a16:creationId xmlns:a16="http://schemas.microsoft.com/office/drawing/2014/main" id="{498085A3-9DCB-5F17-BECD-1A768A174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497305"/>
            <a:ext cx="10515599" cy="5995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050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3E3EE-4FAE-D5BA-94B6-4E6491B35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PROPOSED SOLUTION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494427-6E02-78B0-B039-E990FB2B57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24021"/>
            <a:ext cx="105156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SaaS-based AI Agent Platform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AI-powered video calls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intelligent agents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Automated summaries and transcripts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 and scalable cloud deployment</a:t>
            </a:r>
          </a:p>
        </p:txBody>
      </p:sp>
      <p:pic>
        <p:nvPicPr>
          <p:cNvPr id="4099" name="Picture 3" descr="AI agents: The new frontier for brand ...">
            <a:extLst>
              <a:ext uri="{FF2B5EF4-FFF2-40B4-BE49-F238E27FC236}">
                <a16:creationId xmlns:a16="http://schemas.microsoft.com/office/drawing/2014/main" id="{E268E891-4FD8-2983-30FB-734760440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47" y="365125"/>
            <a:ext cx="11101137" cy="612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8756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3B42-985C-724F-0635-E4C1B824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296"/>
            <a:ext cx="10515600" cy="898358"/>
          </a:xfrm>
        </p:spPr>
        <p:txBody>
          <a:bodyPr/>
          <a:lstStyle/>
          <a:p>
            <a:pPr algn="ctr"/>
            <a:r>
              <a:rPr lang="en-IN" dirty="0"/>
              <a:t>KEY FEATURES / TECHNOLOGIES USED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9226A6B-9469-139D-77FB-F7194E93FF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6748" y="1991503"/>
            <a:ext cx="1015064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AI-powered video calls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 real-time AI agents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Meeting summaries &amp; transcripts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Transcript search &amp; video playback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meeting Q&amp;A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Meeting history &amp; statuses</a:t>
            </a:r>
          </a:p>
        </p:txBody>
      </p:sp>
      <p:pic>
        <p:nvPicPr>
          <p:cNvPr id="5129" name="Picture 9" descr="5 AI Agent Use Cases That Prove Real ...">
            <a:extLst>
              <a:ext uri="{FF2B5EF4-FFF2-40B4-BE49-F238E27FC236}">
                <a16:creationId xmlns:a16="http://schemas.microsoft.com/office/drawing/2014/main" id="{0A640382-2FF4-D86E-712B-4672CAE47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69" y="112296"/>
            <a:ext cx="11438020" cy="6633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8844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26518CF-525E-DFEC-B234-1226DD0343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2716" y="1330431"/>
            <a:ext cx="1155031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Next.js 15 &amp; React 19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Tailwind CSS +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Shadcn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/UI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OpenAI integration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Stream Video &amp; Chat SDK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Better Auth authentication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Polar subscriptions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Inngest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background jobs</a:t>
            </a:r>
          </a:p>
        </p:txBody>
      </p:sp>
      <p:pic>
        <p:nvPicPr>
          <p:cNvPr id="6147" name="Picture 3" descr="Top 10 AI Agent Trends and Predictions ...">
            <a:extLst>
              <a:ext uri="{FF2B5EF4-FFF2-40B4-BE49-F238E27FC236}">
                <a16:creationId xmlns:a16="http://schemas.microsoft.com/office/drawing/2014/main" id="{8C2B0492-7EF0-61EC-5406-AC97CF602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258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D89D1-7F1A-2538-4170-20709CC14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SYSTEM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030341-3954-1C7E-705A-F2249BD12E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5642" y="2617026"/>
            <a:ext cx="1098884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login via secure authentication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 or join AI-powered meeting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agent listens and analyzes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Transcript and summary generated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interacts with AI using Q&amp;A</a:t>
            </a:r>
          </a:p>
        </p:txBody>
      </p:sp>
      <p:pic>
        <p:nvPicPr>
          <p:cNvPr id="7171" name="Picture 3" descr="AI Agent Workflows: The Autonomous ...">
            <a:extLst>
              <a:ext uri="{FF2B5EF4-FFF2-40B4-BE49-F238E27FC236}">
                <a16:creationId xmlns:a16="http://schemas.microsoft.com/office/drawing/2014/main" id="{0AC294D0-1AF2-45AD-F223-FC79E442C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16" y="365125"/>
            <a:ext cx="11036968" cy="612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989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2A39A-DA42-6335-8820-EB1FB836E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296"/>
            <a:ext cx="10515600" cy="882316"/>
          </a:xfrm>
        </p:spPr>
        <p:txBody>
          <a:bodyPr/>
          <a:lstStyle/>
          <a:p>
            <a:r>
              <a:rPr lang="en-IN" dirty="0"/>
              <a:t>DEPLOYMENT &amp; SECURITY / ADVANTAGES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7369A4-7147-90F6-2CAF-18B1E6A4F1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0421" y="1074509"/>
            <a:ext cx="11678653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SaaS cloud deployment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authentication (Better Auth)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infrastructure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Production-ready environment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922FF59-40B8-D73D-9ABF-3359FBD67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22" y="3894894"/>
            <a:ext cx="1167865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Intelligent meeting automation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Saves time and effort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Easy to use SaaS platform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AI insights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Scalable and future-ready</a:t>
            </a:r>
          </a:p>
        </p:txBody>
      </p:sp>
      <p:pic>
        <p:nvPicPr>
          <p:cNvPr id="8196" name="Picture 4" descr="7 AI agents widely used by companies in ...">
            <a:extLst>
              <a:ext uri="{FF2B5EF4-FFF2-40B4-BE49-F238E27FC236}">
                <a16:creationId xmlns:a16="http://schemas.microsoft.com/office/drawing/2014/main" id="{ECC8F7FF-4C9F-58E6-5993-229179FFE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517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D6522-652A-E207-5B23-C260C87E9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7BF6D1-5219-5D69-590F-3B86AB1A7C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1017" y="2600910"/>
            <a:ext cx="10649967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agents enhance productivity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SaaS model ensures accessibility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 delivers real-world AI value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foundation for future AI expansion</a:t>
            </a:r>
          </a:p>
        </p:txBody>
      </p:sp>
      <p:pic>
        <p:nvPicPr>
          <p:cNvPr id="9221" name="Picture 5" descr="Rubrik launches solution for secure ...">
            <a:extLst>
              <a:ext uri="{FF2B5EF4-FFF2-40B4-BE49-F238E27FC236}">
                <a16:creationId xmlns:a16="http://schemas.microsoft.com/office/drawing/2014/main" id="{F30726AA-233E-7458-60B4-E5CB83FCA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437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9F583-70B3-E41A-E1E3-2BAAC3B16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D220BD-05D9-220E-258A-826CA6B759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221" y="2479107"/>
            <a:ext cx="1150219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 Documentation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SaaS Architecture Research Papers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YouTube: AI Agent SaaS Platform (https://youtu.be/xEDCEmqyvC8?si=Y4izDNTQtNGOFyKv) 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YouTube: Deployment &amp; Fixes (https://youtu.be/Kh2FjTFzxJc?si=oVdePeKslSrnDZAX)</a:t>
            </a:r>
          </a:p>
        </p:txBody>
      </p:sp>
      <p:pic>
        <p:nvPicPr>
          <p:cNvPr id="10243" name="Picture 3" descr="Is ChatGPT an AI Agent? | Blog MorphCast">
            <a:extLst>
              <a:ext uri="{FF2B5EF4-FFF2-40B4-BE49-F238E27FC236}">
                <a16:creationId xmlns:a16="http://schemas.microsoft.com/office/drawing/2014/main" id="{754547F9-B205-ECB8-9213-3E08D7BAE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96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C5EA-71E6-3D69-738A-E774021A3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 !!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F64AF-6B77-581F-B989-CFDC7712C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 From –  Devesh &amp; Abhishek </a:t>
            </a:r>
          </a:p>
          <a:p>
            <a:pPr marL="0" indent="0" algn="ctr">
              <a:buNone/>
            </a:pPr>
            <a:r>
              <a:rPr lang="en-US" dirty="0"/>
              <a:t>Seat No: 1321010 / 1331004</a:t>
            </a:r>
            <a:br>
              <a:rPr lang="en-US" dirty="0"/>
            </a:br>
            <a:r>
              <a:rPr lang="en-US" dirty="0"/>
              <a:t>University Department of Information Technology</a:t>
            </a:r>
          </a:p>
          <a:p>
            <a:pPr marL="0" indent="0" algn="ctr">
              <a:buNone/>
            </a:pPr>
            <a:r>
              <a:rPr lang="en-US" dirty="0"/>
              <a:t>Gmail: patildevesh677@gmail.com/</a:t>
            </a:r>
            <a:r>
              <a:rPr lang="en-US" err="1"/>
              <a:t>abhi</a:t>
            </a:r>
            <a:r>
              <a:rPr lang="en-US"/>
              <a:t>.maurya501@gmail.com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1458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534</Words>
  <Application>Microsoft Office PowerPoint</Application>
  <PresentationFormat>Widescreen</PresentationFormat>
  <Paragraphs>101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SaaS-Based AI Agent Platform</vt:lpstr>
      <vt:lpstr>INTRODUCTION</vt:lpstr>
      <vt:lpstr>DESCRIPTION OF THE PROBLEM / TOPIC</vt:lpstr>
      <vt:lpstr>STATUS OF RESEARCH / LITERATURE REVIEW</vt:lpstr>
      <vt:lpstr>DESCRIPTION OF METHODOLOGY</vt:lpstr>
      <vt:lpstr>PROPOSED DESIGN / UI DESIGN</vt:lpstr>
      <vt:lpstr>PROBLEM STATEMENT</vt:lpstr>
      <vt:lpstr>PROPOSED SOLUTION</vt:lpstr>
      <vt:lpstr>KEY FEATURES / TECHNOLOGIES USED</vt:lpstr>
      <vt:lpstr>PowerPoint Presentation</vt:lpstr>
      <vt:lpstr>SYSTEM WORKFLOW</vt:lpstr>
      <vt:lpstr>DEPLOYMENT &amp; SECURITY / ADVANTAGES</vt:lpstr>
      <vt:lpstr>CONCLUSION</vt:lpstr>
      <vt:lpstr>REFERENCES</vt:lpstr>
      <vt:lpstr>Thank You 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devesh patil</dc:creator>
  <cp:lastModifiedBy>devesh patil</cp:lastModifiedBy>
  <cp:revision>1</cp:revision>
  <dcterms:created xsi:type="dcterms:W3CDTF">2026-01-06T19:32:14Z</dcterms:created>
  <dcterms:modified xsi:type="dcterms:W3CDTF">2026-01-06T20:03:30Z</dcterms:modified>
</cp:coreProperties>
</file>